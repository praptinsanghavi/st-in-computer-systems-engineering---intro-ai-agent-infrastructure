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notesMasterIdLst>
    <p:notesMasterId r:id="rId16"/>
  </p:notesMasterIdLst>
  <p:handoutMasterIdLst>
    <p:handoutMasterId r:id="rId17"/>
  </p:handoutMasterIdLst>
  <p:sldIdLst>
    <p:sldId id="289" r:id="rId2"/>
    <p:sldId id="290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FB9"/>
    <a:srgbClr val="FFF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9761D-1F95-3B4C-BE9C-CDD1389A8812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DCD51-711A-044D-9B2C-C47F74A9A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955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5A596-FA52-0448-9C24-EA3FEFB30C0E}" type="datetimeFigureOut">
              <a:rPr lang="en-US" smtClean="0"/>
              <a:t>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5791-7364-9E4F-986D-297FD347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994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F164A81-75B2-194C-A843-C64EC5C16B31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15" y="228600"/>
            <a:ext cx="8943473" cy="990600"/>
          </a:xfrm>
        </p:spPr>
        <p:txBody>
          <a:bodyPr>
            <a:normAutofit/>
          </a:bodyPr>
          <a:lstStyle>
            <a:lvl1pPr>
              <a:defRPr sz="3800" b="1">
                <a:latin typeface="Arial Narrow" panose="020B0606020202030204" pitchFamily="34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0315" y="1600200"/>
            <a:ext cx="8943473" cy="5153526"/>
          </a:xfrm>
        </p:spPr>
        <p:txBody>
          <a:bodyPr>
            <a:normAutofit/>
          </a:bodyPr>
          <a:lstStyle>
            <a:lvl1pPr>
              <a:defRPr sz="2400">
                <a:latin typeface="Arial Narrow" panose="020B0606020202030204" pitchFamily="34" charset="0"/>
              </a:defRPr>
            </a:lvl1pPr>
            <a:lvl2pPr>
              <a:defRPr sz="2400">
                <a:latin typeface="Arial Narrow" panose="020B0606020202030204" pitchFamily="34" charset="0"/>
              </a:defRPr>
            </a:lvl2pPr>
            <a:lvl3pPr>
              <a:defRPr sz="2400">
                <a:latin typeface="Arial Narrow" panose="020B0606020202030204" pitchFamily="34" charset="0"/>
              </a:defRPr>
            </a:lvl3pPr>
            <a:lvl4pPr>
              <a:defRPr sz="2400">
                <a:latin typeface="Arial Narrow" panose="020B0606020202030204" pitchFamily="34" charset="0"/>
              </a:defRPr>
            </a:lvl4pPr>
            <a:lvl5pPr>
              <a:defRPr sz="2400">
                <a:latin typeface="Arial Narrow" panose="020B0606020202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0D79-2A23-4C40-804A-C01F394F0C72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674B835-C713-9846-B110-24995DE671EF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0393BC9-E94F-5B47-BD76-EECA0CBE7CA1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308A2-EBB5-744B-B5B4-7699A7EC7B98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72E7-27FD-CA40-8E81-E7A5851A1F00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C8EB-B6A2-A747-83AD-60E35A0235F5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D6682E5-7E97-2F44-B961-B3631B15779F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67E5-F24F-664E-AC9C-26173D2CF6BA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5DF139F-CB8F-D149-BA56-8B0C015E5021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6F81F14-9AEC-394B-B8F6-AE69A194437D}" type="datetime1">
              <a:rPr lang="en-US" smtClean="0"/>
              <a:t>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AE79-9D74-7953-DBC3-B857B09F3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Lambda Expressions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24D8BB-4F76-309C-2175-0D98C80F7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08DED5-30B8-DC74-972E-5C2452EB331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Lambda Expressions were added in Java 8.</a:t>
            </a:r>
          </a:p>
          <a:p>
            <a:endParaRPr lang="en-US" dirty="0"/>
          </a:p>
          <a:p>
            <a:r>
              <a:rPr lang="en-US" dirty="0"/>
              <a:t>A lambda expression is a short block of code which takes in parameters and returns a value.</a:t>
            </a:r>
          </a:p>
          <a:p>
            <a:endParaRPr lang="en-US" dirty="0"/>
          </a:p>
          <a:p>
            <a:r>
              <a:rPr lang="en-US" dirty="0"/>
              <a:t>Lambda expressions are similar to methods, but they do not need a name and they can be implemented right in the body of a method.</a:t>
            </a:r>
          </a:p>
        </p:txBody>
      </p:sp>
    </p:spTree>
    <p:extLst>
      <p:ext uri="{BB962C8B-B14F-4D97-AF65-F5344CB8AC3E}">
        <p14:creationId xmlns:p14="http://schemas.microsoft.com/office/powerpoint/2010/main" val="1817062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139220-2114-9E1E-08A3-AC0154BB7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0BA2CC-6509-30D7-B162-AE4D5A776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478509"/>
            <a:ext cx="8961120" cy="5900982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32524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CDAAC-9F61-07BD-4472-7F4E02B1C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Lambda Expressions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FC44BC-B600-E27F-E636-88E40C43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47D28F-E67A-7593-640F-8AF1F1894FF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Lambda expressions are usually passed as parameters to a function: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B72BD-4B04-D23C-21AC-44FD09C3C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91" y="2255581"/>
            <a:ext cx="8961120" cy="410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1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807D-0856-8D65-2481-058E22B35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Interface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62D364-B2DC-12CE-D6ED-3AC963EE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DB99D-3A84-2D43-0C0C-30A88367DEE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0315" y="1516698"/>
            <a:ext cx="8943473" cy="523702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200" dirty="0"/>
              <a:t>Lambda expressions can be stored in variables if the variable's type is an interface which has only one method.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200" dirty="0"/>
              <a:t>The lambda expression should have the same number of parameters and the same return type as that method.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sz="2200" dirty="0"/>
              <a:t>Java has many of these kinds of interfaces built in, such as the Consumer interface (found in the </a:t>
            </a:r>
            <a:r>
              <a:rPr lang="en-US" sz="2200" dirty="0" err="1"/>
              <a:t>java.util</a:t>
            </a:r>
            <a:r>
              <a:rPr lang="en-US" sz="2200" dirty="0"/>
              <a:t> package) used by lists.</a:t>
            </a:r>
          </a:p>
          <a:p>
            <a:pPr>
              <a:lnSpc>
                <a:spcPct val="90000"/>
              </a:lnSpc>
              <a:spcBef>
                <a:spcPts val="0"/>
              </a:spcBef>
            </a:pPr>
            <a:endParaRPr lang="en-US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74621C-B241-84D7-AF2A-46D138E39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22" y="3370446"/>
            <a:ext cx="7154356" cy="33832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66923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33715D-70C6-AFD6-39B8-7C639543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4AA21F-42B8-A12A-6C81-3DA0345A4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503457"/>
            <a:ext cx="8961120" cy="585108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1306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9776A2-E8DB-CC28-E073-AD150E64C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Functionalities of Lambda Expression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EFF0F7-2B1C-8E97-1656-B10E5C8CE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C7906-04C9-5B06-A071-A0DA0A251D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Lambda Expressions implement the only abstract function and therefore implement functional interfaces lambda expressions are added in Java 8 and provide the below functionalities.</a:t>
            </a:r>
          </a:p>
          <a:p>
            <a:endParaRPr lang="en-US" dirty="0"/>
          </a:p>
          <a:p>
            <a:pPr lvl="1"/>
            <a:r>
              <a:rPr lang="en-US" b="1" dirty="0"/>
              <a:t>Functional Interfaces:</a:t>
            </a:r>
          </a:p>
          <a:p>
            <a:pPr lvl="2"/>
            <a:r>
              <a:rPr lang="en-US" sz="2200" dirty="0"/>
              <a:t>A functional interface is an interface that contains only one abstract method.</a:t>
            </a:r>
          </a:p>
          <a:p>
            <a:pPr lvl="1"/>
            <a:r>
              <a:rPr lang="en-US" b="1" dirty="0"/>
              <a:t>Code as Data:</a:t>
            </a:r>
          </a:p>
          <a:p>
            <a:pPr lvl="2"/>
            <a:r>
              <a:rPr lang="en-US" sz="2200" dirty="0"/>
              <a:t>Treat functionality as a method argument.</a:t>
            </a:r>
          </a:p>
          <a:p>
            <a:pPr lvl="1"/>
            <a:r>
              <a:rPr lang="en-US" b="1" dirty="0"/>
              <a:t>Class Independence:</a:t>
            </a:r>
          </a:p>
          <a:p>
            <a:pPr lvl="2"/>
            <a:r>
              <a:rPr lang="en-US" sz="2200" dirty="0"/>
              <a:t>Create functions without defining a class.</a:t>
            </a:r>
          </a:p>
          <a:p>
            <a:pPr lvl="1"/>
            <a:r>
              <a:rPr lang="en-US" b="1" dirty="0"/>
              <a:t>Pass and Execute:</a:t>
            </a:r>
          </a:p>
          <a:p>
            <a:pPr lvl="2"/>
            <a:r>
              <a:rPr lang="en-US" sz="2200" dirty="0"/>
              <a:t>Pass lambda expressions as objects and execute on demand.</a:t>
            </a:r>
          </a:p>
        </p:txBody>
      </p:sp>
    </p:spTree>
    <p:extLst>
      <p:ext uri="{BB962C8B-B14F-4D97-AF65-F5344CB8AC3E}">
        <p14:creationId xmlns:p14="http://schemas.microsoft.com/office/powerpoint/2010/main" val="2843495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5F2F82-43C8-AC77-4240-24CC0F7F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EDB9BB-8E0D-71DA-069A-344173CA2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225" y="45720"/>
            <a:ext cx="5439549" cy="67665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38953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0457A2-69E3-9AC1-4294-20552D739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7524EE-AECC-09F3-360A-3716148EC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558122"/>
            <a:ext cx="8961120" cy="574175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266878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9E1F5F-139C-D620-0D55-4C6F1603C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Lambda Expression Parameters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69C3DA-6FAD-F4EC-575B-A5D2C203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3C704E-6285-34C9-62C0-2E220519C7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There are three Lambda Expression Parameters are mentioned below:</a:t>
            </a:r>
          </a:p>
          <a:p>
            <a:pPr lvl="1"/>
            <a:r>
              <a:rPr lang="en-US" dirty="0"/>
              <a:t>Zero Parameter</a:t>
            </a:r>
          </a:p>
          <a:p>
            <a:pPr lvl="1"/>
            <a:r>
              <a:rPr lang="en-US" dirty="0"/>
              <a:t>Single Parameter</a:t>
            </a:r>
          </a:p>
          <a:p>
            <a:pPr lvl="1"/>
            <a:r>
              <a:rPr lang="en-US" dirty="0"/>
              <a:t>Multiple Parameters</a:t>
            </a:r>
          </a:p>
        </p:txBody>
      </p:sp>
    </p:spTree>
    <p:extLst>
      <p:ext uri="{BB962C8B-B14F-4D97-AF65-F5344CB8AC3E}">
        <p14:creationId xmlns:p14="http://schemas.microsoft.com/office/powerpoint/2010/main" val="1843509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DF55D1-C6DA-3AB8-1B36-919CCF93E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988BCF-7117-5072-3991-56202DED9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45" y="45720"/>
            <a:ext cx="8260310" cy="67665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68604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01DEFC-FF69-E86D-D225-F9FB4047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11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1D9914-E302-C567-A3EC-5CBBF42B4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021" y="45720"/>
            <a:ext cx="6219958" cy="67665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0519922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26A9C3-5472-2EE6-B5FC-1BB1B6BAB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12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760BE4-0E43-570E-754A-C6A417B8F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523948"/>
            <a:ext cx="8961120" cy="581010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83976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79D277-7BEA-B193-B99E-6EEF9E4C6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B3931-2F59-CE22-D01F-DFD610DD0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13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FE6EE-F161-3F5E-B393-1DFAE502843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Based on the syntax rules just shown, which of the following is/are NOT valid lambda expressions?</a:t>
            </a:r>
          </a:p>
          <a:p>
            <a:pPr marL="457200" indent="-457200">
              <a:buSzPct val="125000"/>
              <a:buFont typeface="+mj-lt"/>
              <a:buAutoNum type="arabicPeriod"/>
            </a:pPr>
            <a:r>
              <a:rPr lang="en-US" dirty="0"/>
              <a:t>    () -&gt; {};</a:t>
            </a:r>
          </a:p>
          <a:p>
            <a:pPr marL="457200" indent="-457200">
              <a:buSzPct val="125000"/>
              <a:buFont typeface="+mj-lt"/>
              <a:buAutoNum type="arabicPeriod"/>
            </a:pPr>
            <a:r>
              <a:rPr lang="en-US" dirty="0"/>
              <a:t>    () -&gt; “some string”;</a:t>
            </a:r>
          </a:p>
          <a:p>
            <a:pPr marL="457200" indent="-457200">
              <a:buSzPct val="125000"/>
              <a:buFont typeface="+mj-lt"/>
              <a:buAutoNum type="arabicPeriod"/>
            </a:pPr>
            <a:r>
              <a:rPr lang="en-US" dirty="0"/>
              <a:t>    () -&gt; { return “some string”;};</a:t>
            </a:r>
          </a:p>
          <a:p>
            <a:pPr marL="457200" indent="-457200">
              <a:buSzPct val="125000"/>
              <a:buFont typeface="+mj-lt"/>
              <a:buAutoNum type="arabicPeriod"/>
            </a:pPr>
            <a:r>
              <a:rPr lang="en-US" dirty="0"/>
              <a:t>    (Integer </a:t>
            </a:r>
            <a:r>
              <a:rPr lang="en-US" dirty="0" err="1"/>
              <a:t>i</a:t>
            </a:r>
            <a:r>
              <a:rPr lang="en-US" dirty="0"/>
              <a:t>) -&gt; return “some string” +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457200" indent="-457200">
              <a:buSzPct val="125000"/>
              <a:buFont typeface="+mj-lt"/>
              <a:buAutoNum type="arabicPeriod"/>
            </a:pPr>
            <a:r>
              <a:rPr lang="en-US" dirty="0"/>
              <a:t>    (String s) -&gt; {“some string”;};</a:t>
            </a:r>
          </a:p>
        </p:txBody>
      </p:sp>
    </p:spTree>
    <p:extLst>
      <p:ext uri="{BB962C8B-B14F-4D97-AF65-F5344CB8AC3E}">
        <p14:creationId xmlns:p14="http://schemas.microsoft.com/office/powerpoint/2010/main" val="1391078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E3F47-8D86-1E23-3016-EDF32383F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8F0290-935B-2459-D88C-9FFDB99E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5BD42B-2383-32F2-F3F6-5D6E71DC984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300" dirty="0"/>
              <a:t> 4 and 5 are invalid lambdas, the rest are valid.</a:t>
            </a:r>
          </a:p>
          <a:p>
            <a:pPr>
              <a:spcBef>
                <a:spcPts val="0"/>
              </a:spcBef>
            </a:pPr>
            <a:endParaRPr lang="en-US" sz="800" dirty="0"/>
          </a:p>
          <a:p>
            <a:pPr marL="0" indent="0">
              <a:spcBef>
                <a:spcPts val="0"/>
              </a:spcBef>
              <a:buNone/>
            </a:pPr>
            <a:r>
              <a:rPr lang="en-US" sz="2300" b="1" dirty="0">
                <a:solidFill>
                  <a:srgbClr val="FF0000"/>
                </a:solidFill>
              </a:rPr>
              <a:t>Details:</a:t>
            </a:r>
          </a:p>
          <a:p>
            <a:pPr marL="457200" indent="-457200">
              <a:spcBef>
                <a:spcPts val="0"/>
              </a:spcBef>
              <a:buSzPct val="125000"/>
              <a:buFont typeface="+mj-lt"/>
              <a:buAutoNum type="arabicPeriod"/>
            </a:pPr>
            <a:r>
              <a:rPr lang="en-US" sz="2300" dirty="0"/>
              <a:t>This lambda has no parameters and returns void.</a:t>
            </a:r>
          </a:p>
          <a:p>
            <a:pPr marL="320040" lvl="1" indent="0">
              <a:spcBef>
                <a:spcPts val="0"/>
              </a:spcBef>
              <a:buSzPct val="125000"/>
              <a:buNone/>
            </a:pPr>
            <a:r>
              <a:rPr lang="en-US" sz="2300" dirty="0"/>
              <a:t>     It’s similar to a method with an empty body: public void run() { }.  </a:t>
            </a:r>
          </a:p>
          <a:p>
            <a:pPr marL="457200" indent="-457200">
              <a:spcBef>
                <a:spcPts val="0"/>
              </a:spcBef>
              <a:buSzPct val="125000"/>
              <a:buFont typeface="+mj-lt"/>
              <a:buAutoNum type="arabicPeriod"/>
            </a:pPr>
            <a:r>
              <a:rPr lang="en-US" sz="2300" dirty="0"/>
              <a:t>This lambda has no parameters and returns a String as an expression.</a:t>
            </a:r>
          </a:p>
          <a:p>
            <a:pPr marL="457200" indent="-457200">
              <a:spcBef>
                <a:spcPts val="0"/>
              </a:spcBef>
              <a:buSzPct val="125000"/>
              <a:buFont typeface="+mj-lt"/>
              <a:buAutoNum type="arabicPeriod"/>
            </a:pPr>
            <a:r>
              <a:rPr lang="en-US" sz="2300" dirty="0"/>
              <a:t>This lambda has no parameters and returns a String (using an explicit return statement, within a block).</a:t>
            </a:r>
          </a:p>
          <a:p>
            <a:pPr marL="457200" indent="-457200">
              <a:spcBef>
                <a:spcPts val="0"/>
              </a:spcBef>
              <a:buSzPct val="125000"/>
              <a:buFont typeface="+mj-lt"/>
              <a:buAutoNum type="arabicPeriod"/>
            </a:pPr>
            <a:r>
              <a:rPr lang="en-US" sz="2300" dirty="0"/>
              <a:t>return is a control-flow statement. To make this lambda valid, curly braces are required as follows: (Integer </a:t>
            </a:r>
            <a:r>
              <a:rPr lang="en-US" sz="2300" dirty="0" err="1"/>
              <a:t>i</a:t>
            </a:r>
            <a:r>
              <a:rPr lang="en-US" sz="2300" dirty="0"/>
              <a:t>) -&gt; { return “some string” + </a:t>
            </a:r>
            <a:r>
              <a:rPr lang="en-US" sz="2300" dirty="0" err="1"/>
              <a:t>i</a:t>
            </a:r>
            <a:r>
              <a:rPr lang="en-US" sz="2300" dirty="0"/>
              <a:t>; }.</a:t>
            </a:r>
          </a:p>
          <a:p>
            <a:pPr marL="457200" indent="-457200">
              <a:spcBef>
                <a:spcPts val="0"/>
              </a:spcBef>
              <a:buSzPct val="125000"/>
              <a:buFont typeface="+mj-lt"/>
              <a:buAutoNum type="arabicPeriod"/>
            </a:pPr>
            <a:r>
              <a:rPr lang="en-US" sz="2300" dirty="0"/>
              <a:t>“some string” is an expression, not a statement. To make this lambda valid, you can remove the curly braces and semicolon as follows:</a:t>
            </a:r>
          </a:p>
          <a:p>
            <a:pPr marL="320040" lvl="1" indent="0">
              <a:spcBef>
                <a:spcPts val="0"/>
              </a:spcBef>
              <a:buSzPct val="125000"/>
              <a:buNone/>
            </a:pPr>
            <a:r>
              <a:rPr lang="en-US" sz="2300" dirty="0"/>
              <a:t>     (String s) -&gt; “some string”.</a:t>
            </a:r>
          </a:p>
          <a:p>
            <a:pPr marL="320040" lvl="1" indent="0">
              <a:spcBef>
                <a:spcPts val="0"/>
              </a:spcBef>
              <a:buSzPct val="125000"/>
              <a:buNone/>
            </a:pPr>
            <a:r>
              <a:rPr lang="en-US" sz="2300" dirty="0"/>
              <a:t>Or if you prefer, you can use an explicit return statement as follows:</a:t>
            </a:r>
          </a:p>
          <a:p>
            <a:pPr marL="320040" lvl="1" indent="0">
              <a:spcBef>
                <a:spcPts val="0"/>
              </a:spcBef>
              <a:buSzPct val="125000"/>
              <a:buNone/>
            </a:pPr>
            <a:r>
              <a:rPr lang="en-US" sz="2300" dirty="0"/>
              <a:t>     (String s) -&gt; { </a:t>
            </a:r>
            <a:r>
              <a:rPr lang="en-US" sz="2300"/>
              <a:t>return “some string”; </a:t>
            </a:r>
            <a:r>
              <a:rPr lang="en-US" sz="2300" dirty="0"/>
              <a:t>}. </a:t>
            </a:r>
          </a:p>
        </p:txBody>
      </p:sp>
    </p:spTree>
    <p:extLst>
      <p:ext uri="{BB962C8B-B14F-4D97-AF65-F5344CB8AC3E}">
        <p14:creationId xmlns:p14="http://schemas.microsoft.com/office/powerpoint/2010/main" val="25324972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7189</TotalTime>
  <Words>497</Words>
  <Application>Microsoft Office PowerPoint</Application>
  <PresentationFormat>On-screen Show (4:3)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Narrow</vt:lpstr>
      <vt:lpstr>Calibri</vt:lpstr>
      <vt:lpstr>Tw Cen MT</vt:lpstr>
      <vt:lpstr>Wingdings</vt:lpstr>
      <vt:lpstr>Wingdings 2</vt:lpstr>
      <vt:lpstr>Median</vt:lpstr>
      <vt:lpstr>Java Lambda Expressions</vt:lpstr>
      <vt:lpstr>PowerPoint Presentation</vt:lpstr>
      <vt:lpstr>Using Lambda Expressions</vt:lpstr>
      <vt:lpstr>Consumer Interface</vt:lpstr>
      <vt:lpstr>PowerPoint Presentation</vt:lpstr>
      <vt:lpstr>Functionalities of Lambda Expression</vt:lpstr>
      <vt:lpstr>PowerPoint Presentation</vt:lpstr>
      <vt:lpstr>PowerPoint Presentation</vt:lpstr>
      <vt:lpstr>Lambda Expression Parameters</vt:lpstr>
      <vt:lpstr>PowerPoint Presentation</vt:lpstr>
      <vt:lpstr>PowerPoint Presentation</vt:lpstr>
      <vt:lpstr>PowerPoint Presentation</vt:lpstr>
      <vt:lpstr>Review Question:</vt:lpstr>
      <vt:lpstr>Answer:</vt:lpstr>
    </vt:vector>
  </TitlesOfParts>
  <Company>WPI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Eltabakh</dc:creator>
  <cp:lastModifiedBy>Ozbek, Yusuf</cp:lastModifiedBy>
  <cp:revision>749</cp:revision>
  <dcterms:created xsi:type="dcterms:W3CDTF">2013-01-13T20:33:29Z</dcterms:created>
  <dcterms:modified xsi:type="dcterms:W3CDTF">2025-01-23T22:06:54Z</dcterms:modified>
</cp:coreProperties>
</file>